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464" r:id="rId2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135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176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mes Bartlett" userId="2fa01a56-8859-40f1-8e8e-4017aec43aa2" providerId="ADAL" clId="{A9165C6E-F34C-54CE-82D7-4CFFE958D642}"/>
    <pc:docChg chg="custSel modSld">
      <pc:chgData name="James Bartlett" userId="2fa01a56-8859-40f1-8e8e-4017aec43aa2" providerId="ADAL" clId="{A9165C6E-F34C-54CE-82D7-4CFFE958D642}" dt="2026-09-14T14:54:35.020" v="22" actId="20577"/>
      <pc:docMkLst>
        <pc:docMk/>
      </pc:docMkLst>
      <pc:sldChg chg="delSp modSp mod">
        <pc:chgData name="James Bartlett" userId="2fa01a56-8859-40f1-8e8e-4017aec43aa2" providerId="ADAL" clId="{A9165C6E-F34C-54CE-82D7-4CFFE958D642}" dt="2026-09-14T14:54:35.020" v="22" actId="20577"/>
        <pc:sldMkLst>
          <pc:docMk/>
          <pc:sldMk cId="2406458198" sldId="464"/>
        </pc:sldMkLst>
        <pc:spChg chg="mod">
          <ac:chgData name="James Bartlett" userId="2fa01a56-8859-40f1-8e8e-4017aec43aa2" providerId="ADAL" clId="{A9165C6E-F34C-54CE-82D7-4CFFE958D642}" dt="2026-09-14T14:54:35.020" v="22" actId="20577"/>
          <ac:spMkLst>
            <pc:docMk/>
            <pc:sldMk cId="2406458198" sldId="464"/>
            <ac:spMk id="9" creationId="{4A6C390A-21DF-4BC3-7B99-FC2CB9881550}"/>
          </ac:spMkLst>
        </pc:spChg>
        <pc:spChg chg="mod">
          <ac:chgData name="James Bartlett" userId="2fa01a56-8859-40f1-8e8e-4017aec43aa2" providerId="ADAL" clId="{A9165C6E-F34C-54CE-82D7-4CFFE958D642}" dt="2026-09-14T14:53:21.955" v="1" actId="1076"/>
          <ac:spMkLst>
            <pc:docMk/>
            <pc:sldMk cId="2406458198" sldId="464"/>
            <ac:spMk id="11" creationId="{FF4A4288-04EE-7C0E-A144-36C282522E2A}"/>
          </ac:spMkLst>
        </pc:spChg>
        <pc:spChg chg="mod">
          <ac:chgData name="James Bartlett" userId="2fa01a56-8859-40f1-8e8e-4017aec43aa2" providerId="ADAL" clId="{A9165C6E-F34C-54CE-82D7-4CFFE958D642}" dt="2026-09-14T14:53:53.031" v="18" actId="20577"/>
          <ac:spMkLst>
            <pc:docMk/>
            <pc:sldMk cId="2406458198" sldId="464"/>
            <ac:spMk id="13" creationId="{0E877B49-EE39-2291-E6E4-179DD28262C5}"/>
          </ac:spMkLst>
        </pc:spChg>
        <pc:spChg chg="mod">
          <ac:chgData name="James Bartlett" userId="2fa01a56-8859-40f1-8e8e-4017aec43aa2" providerId="ADAL" clId="{A9165C6E-F34C-54CE-82D7-4CFFE958D642}" dt="2026-09-14T14:53:42.557" v="17" actId="20577"/>
          <ac:spMkLst>
            <pc:docMk/>
            <pc:sldMk cId="2406458198" sldId="464"/>
            <ac:spMk id="14" creationId="{F4A3083D-292A-D3BC-5D1D-B314185C1F2A}"/>
          </ac:spMkLst>
        </pc:spChg>
        <pc:picChg chg="del">
          <ac:chgData name="James Bartlett" userId="2fa01a56-8859-40f1-8e8e-4017aec43aa2" providerId="ADAL" clId="{A9165C6E-F34C-54CE-82D7-4CFFE958D642}" dt="2026-09-14T14:53:17.157" v="0" actId="478"/>
          <ac:picMkLst>
            <pc:docMk/>
            <pc:sldMk cId="2406458198" sldId="464"/>
            <ac:picMk id="7" creationId="{00520125-E472-EBCB-EC92-74A440E6535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EAFABC-D21D-4C0D-A743-12FC60D2E403}" type="datetimeFigureOut">
              <a:t>9/14/26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8BFF85-DA7E-42D6-AB9F-4B4F707F057C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67345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uilding with a tower and trees&#10;&#10;AI-generated content may be incorrect.">
            <a:extLst>
              <a:ext uri="{FF2B5EF4-FFF2-40B4-BE49-F238E27FC236}">
                <a16:creationId xmlns:a16="http://schemas.microsoft.com/office/drawing/2014/main" id="{786B0995-C43D-B6E8-A52A-5B826FE1C7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77"/>
            <a:ext cx="12192000" cy="6852646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4A6C390A-21DF-4BC3-7B99-FC2CB9881550}"/>
              </a:ext>
            </a:extLst>
          </p:cNvPr>
          <p:cNvSpPr txBox="1">
            <a:spLocks/>
          </p:cNvSpPr>
          <p:nvPr/>
        </p:nvSpPr>
        <p:spPr>
          <a:xfrm>
            <a:off x="3274994" y="255120"/>
            <a:ext cx="5642011" cy="11514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4400" b="1" dirty="0">
                <a:solidFill>
                  <a:srgbClr val="002060"/>
                </a:solidFill>
                <a:cs typeface="Arial"/>
              </a:rPr>
              <a:t>PSYCHOLOGY 26/27</a:t>
            </a:r>
            <a:endParaRPr lang="en-GB" sz="440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FF4A4288-04EE-7C0E-A144-36C282522E2A}"/>
              </a:ext>
            </a:extLst>
          </p:cNvPr>
          <p:cNvSpPr txBox="1">
            <a:spLocks/>
          </p:cNvSpPr>
          <p:nvPr/>
        </p:nvSpPr>
        <p:spPr>
          <a:xfrm>
            <a:off x="2625420" y="2161016"/>
            <a:ext cx="6941160" cy="36123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0"/>
            <a:endParaRPr lang="en-US" sz="2800" i="1" dirty="0">
              <a:solidFill>
                <a:srgbClr val="000000"/>
              </a:solidFill>
              <a:cs typeface="Segoe UI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877B49-EE39-2291-E6E4-179DD28262C5}"/>
              </a:ext>
            </a:extLst>
          </p:cNvPr>
          <p:cNvSpPr txBox="1"/>
          <p:nvPr/>
        </p:nvSpPr>
        <p:spPr>
          <a:xfrm>
            <a:off x="2816901" y="4416980"/>
            <a:ext cx="6558196" cy="109164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en-GB" sz="2400" i="1" dirty="0">
                <a:solidFill>
                  <a:srgbClr val="002060"/>
                </a:solidFill>
                <a:latin typeface="Aptos Display"/>
              </a:rPr>
              <a:t>** If you are a Tier 4 student and need to log attendance via </a:t>
            </a:r>
            <a:r>
              <a:rPr lang="en-GB" sz="2400" i="1" dirty="0" err="1">
                <a:solidFill>
                  <a:srgbClr val="002060"/>
                </a:solidFill>
                <a:latin typeface="Aptos Display"/>
              </a:rPr>
              <a:t>SafeZone</a:t>
            </a:r>
            <a:r>
              <a:rPr lang="en-GB" sz="2400" i="1" dirty="0">
                <a:solidFill>
                  <a:srgbClr val="002060"/>
                </a:solidFill>
                <a:latin typeface="Aptos Display"/>
              </a:rPr>
              <a:t>, </a:t>
            </a:r>
            <a:r>
              <a:rPr lang="en-US" sz="2400" i="1" dirty="0">
                <a:latin typeface="Aptos Display"/>
              </a:rPr>
              <a:t> </a:t>
            </a:r>
            <a:endParaRPr lang="en-US" sz="2400" dirty="0">
              <a:latin typeface="Aptos Display"/>
            </a:endParaRPr>
          </a:p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en-GB" sz="2400" i="1" dirty="0">
                <a:solidFill>
                  <a:srgbClr val="002060"/>
                </a:solidFill>
                <a:latin typeface="Aptos Display"/>
              </a:rPr>
              <a:t>please do this as well.</a:t>
            </a:r>
            <a:endParaRPr lang="en-GB" sz="2400" dirty="0">
              <a:latin typeface="Aptos Display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A3083D-292A-D3BC-5D1D-B314185C1F2A}"/>
              </a:ext>
            </a:extLst>
          </p:cNvPr>
          <p:cNvSpPr txBox="1"/>
          <p:nvPr/>
        </p:nvSpPr>
        <p:spPr>
          <a:xfrm>
            <a:off x="2860622" y="2705725"/>
            <a:ext cx="6470754" cy="14465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4400" b="1" dirty="0">
                <a:solidFill>
                  <a:srgbClr val="002060"/>
                </a:solidFill>
              </a:rPr>
              <a:t>Please log your attendance on Moodle!</a:t>
            </a:r>
            <a:endParaRPr lang="en-US" sz="44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64581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31</Words>
  <Application>Microsoft Macintosh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Segoe UI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James Bartlett</cp:lastModifiedBy>
  <cp:revision>111</cp:revision>
  <dcterms:created xsi:type="dcterms:W3CDTF">2025-09-15T15:19:28Z</dcterms:created>
  <dcterms:modified xsi:type="dcterms:W3CDTF">2026-09-14T14:54:39Z</dcterms:modified>
</cp:coreProperties>
</file>